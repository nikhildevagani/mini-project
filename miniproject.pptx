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789E5-C0C7-46EE-BF93-E11042CCD45D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D10E9-A194-40AD-8329-95CF0E7F54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29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D10E9-A194-40AD-8329-95CF0E7F54D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908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43EB-2C0F-DA08-8B2C-550472C27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791B5-CECE-08CF-9A80-0FDE46CFA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04C18-4AF2-EAE9-82DC-8D7047CC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69D41-DBAF-690B-174F-AF15A9C2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31F39-9713-4F08-4807-3F8524CD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41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F243-716D-7DBD-E277-E7965F2D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12C14-0614-D3EA-3899-440E33151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9837B-E219-E7CA-9350-32ACBA67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3C433-0E1D-2117-99D5-BA08848B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C979D-10B0-82FC-D835-5EF0F6BD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68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F0D2-E5FE-6A82-D3A8-FD82E6BB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2E2DE-AAFF-85F9-F29A-52FDDB887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86810-FEC0-4F36-0745-C39F4120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769EB-F1C8-A54C-88CB-5574590A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1FC3-BC50-7DFD-4501-0E0681E6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75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749B-A7F3-69D0-01F2-2FED6DB8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271B2-D609-0527-F81F-EF3290E51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2A079-6A22-24C6-60F2-A93386F61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66BB8-421D-97E2-920E-CCC0C13F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F8F35-03F0-54B6-0285-D6A1EA61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60156-962A-1A4C-BEB9-BE07FEA4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22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BB70-EA02-DE13-267F-6C735608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50CA9-4FC2-CE37-F202-8680AAE3F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C859A-FD4B-7A62-9314-4C73458D7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BBEA7-45BE-77AB-75AD-44F3C676C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F69AA-3128-8BD0-D961-F2368FED2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D3F946-4596-7827-2EE4-7A97E6E0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429A6-85D9-8002-634D-1EC4F644D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3B0CF-E8AD-7AD9-83EC-19AAAD009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451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FF564-8FEB-0A4A-0AD6-FC22B1D8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9261D-246F-BA19-CD7F-281511DB5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80619-BC9A-BE0B-5268-7998F1E2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829E-5ADA-25C3-1167-45EA4E6C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27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84414-C587-A9A8-5E72-2158AFEC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E511A-0FDE-E725-769D-F8761EE9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0B8D5-3C61-0E19-078F-94076AE2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29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B294-AB02-DA2B-681B-B105E73E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CFF93-6802-E1C2-CD3C-9BB81A35E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2728A-DC45-26DA-8A7B-D07A133B8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B758B-C853-B15B-E982-F3E898DD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2AB8D-0646-B658-628A-8129713B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90493-624E-A7A3-146D-515C016D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54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D0E8-0429-4DDB-4AAD-E331B1C2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04D95-8766-4627-CA0C-C5FC93F7B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077-9049-C6BF-83BB-DF64130E1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1FD84-5229-A3F0-C97A-5751898B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ED031-D700-1207-2A39-C934D5BA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273B8-6192-F8B5-95CA-D7CAC337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04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863C-5820-86A6-92A8-4AC619D9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25E22-9504-2123-E2F8-74858E0CD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FC61-1B6E-11B6-187F-7C8CE5BF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E88E0-7020-CAC4-DF28-D167C75E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95B1F-9542-3A00-4195-697F82EF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90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D597F-8499-4A53-4690-E1E2CBC65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869DC-DF21-BDC3-F78A-1D63E7357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83FD0-397C-C181-FE53-40F7ADBA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FC26E-99C3-6FE6-8FEF-283402C7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B8B8C-CF7B-2977-BC7F-41DF1012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21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78261-7DAD-31B5-0A28-FB7A38C11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2B7CA-1EB8-43E3-0E11-9E286A2E6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651AA-DEC1-4841-5576-DFE4F3297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82977-E576-456F-8194-F1ADE59DE196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75F1D-0A48-F319-0A70-7F23B9C37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FD03D-CEA5-4092-9682-A78105741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53F5B-5C5D-4F99-9340-FBBD894C8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28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70D7-B596-E06C-4610-765DBFB8D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9071" y="-971550"/>
            <a:ext cx="9144000" cy="1943100"/>
          </a:xfrm>
        </p:spPr>
        <p:txBody>
          <a:bodyPr>
            <a:normAutofit/>
          </a:bodyPr>
          <a:lstStyle/>
          <a:p>
            <a:r>
              <a:rPr lang="en-IN" sz="4400" b="1" dirty="0"/>
              <a:t>Resume–Job Match Scorer Using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1F8CF-7A01-6D64-922E-71107D897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55865" y="1306288"/>
            <a:ext cx="13503729" cy="3690256"/>
          </a:xfrm>
        </p:spPr>
        <p:txBody>
          <a:bodyPr>
            <a:normAutofit/>
          </a:bodyPr>
          <a:lstStyle/>
          <a:p>
            <a:r>
              <a:rPr lang="en-IN" sz="4400" b="1" dirty="0"/>
              <a:t>Mini Project</a:t>
            </a:r>
          </a:p>
          <a:p>
            <a:r>
              <a:rPr lang="en-IN" sz="3200" b="1" dirty="0"/>
              <a:t>Submitted By</a:t>
            </a:r>
            <a:r>
              <a:rPr lang="en-IN" b="1" dirty="0"/>
              <a:t>:</a:t>
            </a:r>
            <a:br>
              <a:rPr lang="en-IN" dirty="0"/>
            </a:br>
            <a:r>
              <a:rPr lang="en-IN" sz="2800" dirty="0"/>
              <a:t>Nikhil </a:t>
            </a:r>
            <a:r>
              <a:rPr lang="en-IN" sz="2800" dirty="0" err="1"/>
              <a:t>Devagani</a:t>
            </a:r>
            <a:endParaRPr lang="en-IN" sz="2800" dirty="0"/>
          </a:p>
          <a:p>
            <a:r>
              <a:rPr lang="en-IN" sz="3200" b="1" dirty="0"/>
              <a:t>Roll No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sz="2800" dirty="0"/>
              <a:t>23AK1A3354</a:t>
            </a:r>
          </a:p>
          <a:p>
            <a:r>
              <a:rPr lang="en-IN" sz="3200" b="1" dirty="0"/>
              <a:t>Department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sz="2800" dirty="0"/>
              <a:t>Artificial Intelligence &amp; Machine Learning (AIML)</a:t>
            </a:r>
          </a:p>
          <a:p>
            <a:r>
              <a:rPr lang="en-IN" sz="3200" b="1" dirty="0"/>
              <a:t>College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sz="2800" dirty="0"/>
              <a:t>Annamacharya Institute of Technology and Sciences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69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A5BD-57A0-8979-BD8C-E06D1CD2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2641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57DF4-377A-648B-BB11-023E88AFA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698672"/>
          </a:xfrm>
        </p:spPr>
        <p:txBody>
          <a:bodyPr>
            <a:normAutofit/>
          </a:bodyPr>
          <a:lstStyle/>
          <a:p>
            <a:r>
              <a:rPr lang="en-IN" dirty="0"/>
              <a:t>Recruiters receive numerous resumes for every job opening.</a:t>
            </a:r>
          </a:p>
          <a:p>
            <a:r>
              <a:rPr lang="en-IN" dirty="0"/>
              <a:t>Manual resume screening:</a:t>
            </a:r>
          </a:p>
          <a:p>
            <a:r>
              <a:rPr lang="en-IN" dirty="0"/>
              <a:t>Takes significant time</a:t>
            </a:r>
          </a:p>
          <a:p>
            <a:r>
              <a:rPr lang="en-IN" dirty="0"/>
              <a:t>Requires human effort</a:t>
            </a:r>
          </a:p>
          <a:p>
            <a:r>
              <a:rPr lang="en-IN" dirty="0"/>
              <a:t>May lead to inconsistencies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600" b="1" dirty="0"/>
              <a:t>Proposed Solution</a:t>
            </a:r>
          </a:p>
          <a:p>
            <a:r>
              <a:rPr lang="en-IN" dirty="0"/>
              <a:t>Develop an NLP-based Resume–Job Match Scorer that automatically compares resumes with job descriptions and generates a matching score.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739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E9C5-CB56-4F6B-F281-8C0D868E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72" y="-118043"/>
            <a:ext cx="10515600" cy="1325563"/>
          </a:xfrm>
        </p:spPr>
        <p:txBody>
          <a:bodyPr/>
          <a:lstStyle/>
          <a:p>
            <a:r>
              <a:rPr lang="en-IN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E0D05-988E-1EE3-42B1-AD895F671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72" y="993661"/>
            <a:ext cx="10515600" cy="4870677"/>
          </a:xfrm>
        </p:spPr>
        <p:txBody>
          <a:bodyPr>
            <a:normAutofit fontScale="25000" lnSpcReduction="20000"/>
          </a:bodyPr>
          <a:lstStyle/>
          <a:p>
            <a:r>
              <a:rPr lang="en-IN" sz="11200" b="1" dirty="0"/>
              <a:t>Step 1</a:t>
            </a:r>
          </a:p>
          <a:p>
            <a:r>
              <a:rPr lang="en-IN" sz="11200" dirty="0"/>
              <a:t>Input Resume and Job Description</a:t>
            </a:r>
          </a:p>
          <a:p>
            <a:r>
              <a:rPr lang="en-IN" sz="11200" b="1" dirty="0"/>
              <a:t>Step 2</a:t>
            </a:r>
          </a:p>
          <a:p>
            <a:r>
              <a:rPr lang="en-IN" sz="11200" dirty="0"/>
              <a:t>Text Preprocessing</a:t>
            </a:r>
          </a:p>
          <a:p>
            <a:r>
              <a:rPr lang="en-IN" sz="11200" dirty="0"/>
              <a:t>Lowercase conversion</a:t>
            </a:r>
          </a:p>
          <a:p>
            <a:r>
              <a:rPr lang="en-IN" sz="11200" dirty="0"/>
              <a:t>Remove special characters</a:t>
            </a:r>
          </a:p>
          <a:p>
            <a:r>
              <a:rPr lang="en-IN" sz="11200" dirty="0"/>
              <a:t>Remove stop words</a:t>
            </a:r>
          </a:p>
          <a:p>
            <a:r>
              <a:rPr lang="en-IN" sz="11200" dirty="0"/>
              <a:t>Tokenization</a:t>
            </a:r>
          </a:p>
          <a:p>
            <a:r>
              <a:rPr lang="en-IN" sz="11200" b="1" dirty="0"/>
              <a:t>Step 3</a:t>
            </a:r>
          </a:p>
          <a:p>
            <a:r>
              <a:rPr lang="en-IN" sz="11200" dirty="0"/>
              <a:t>Similarity Analysis</a:t>
            </a:r>
          </a:p>
          <a:p>
            <a:r>
              <a:rPr lang="en-IN" sz="11200" b="1" dirty="0"/>
              <a:t>Step 4</a:t>
            </a:r>
          </a:p>
          <a:p>
            <a:r>
              <a:rPr lang="en-IN" sz="11200" dirty="0"/>
              <a:t>Generate Match Score</a:t>
            </a:r>
          </a:p>
          <a:p>
            <a:r>
              <a:rPr lang="en-IN" sz="11200" b="1" dirty="0"/>
              <a:t>Step 5</a:t>
            </a:r>
          </a:p>
          <a:p>
            <a:r>
              <a:rPr lang="en-IN" sz="11200" dirty="0"/>
              <a:t>Provide AI-based Explanation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35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FEB6-7F1E-A903-45FF-F3D5874D6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3" y="-271689"/>
            <a:ext cx="10515600" cy="1325563"/>
          </a:xfrm>
        </p:spPr>
        <p:txBody>
          <a:bodyPr/>
          <a:lstStyle/>
          <a:p>
            <a:r>
              <a:rPr lang="en-IN" b="1" dirty="0"/>
              <a:t>Results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19D98-EE17-5808-CEBC-E934F2243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846704"/>
            <a:ext cx="10515600" cy="581535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Results</a:t>
            </a:r>
          </a:p>
          <a:p>
            <a:r>
              <a:rPr lang="en-IN" b="1" dirty="0"/>
              <a:t>Features Achieved</a:t>
            </a:r>
          </a:p>
          <a:p>
            <a:r>
              <a:rPr lang="en-IN" dirty="0"/>
              <a:t>Resume preprocessing completed</a:t>
            </a:r>
          </a:p>
          <a:p>
            <a:r>
              <a:rPr lang="en-IN" dirty="0"/>
              <a:t>Job description preprocessing completed</a:t>
            </a:r>
          </a:p>
          <a:p>
            <a:r>
              <a:rPr lang="en-IN" dirty="0"/>
              <a:t>Similarity score generated</a:t>
            </a:r>
          </a:p>
          <a:p>
            <a:r>
              <a:rPr lang="en-IN" dirty="0"/>
              <a:t>AI explanation generated</a:t>
            </a:r>
          </a:p>
          <a:p>
            <a:r>
              <a:rPr lang="en-IN" b="1" dirty="0"/>
              <a:t>Technologies Used</a:t>
            </a:r>
          </a:p>
          <a:p>
            <a:r>
              <a:rPr lang="en-IN" dirty="0"/>
              <a:t>Python</a:t>
            </a:r>
          </a:p>
          <a:p>
            <a:r>
              <a:rPr lang="en-IN" dirty="0"/>
              <a:t>NLP</a:t>
            </a:r>
          </a:p>
          <a:p>
            <a:r>
              <a:rPr lang="en-IN" dirty="0"/>
              <a:t>NLTK</a:t>
            </a:r>
          </a:p>
          <a:p>
            <a:r>
              <a:rPr lang="en-IN" dirty="0"/>
              <a:t>Text Similarity Techniques</a:t>
            </a:r>
          </a:p>
          <a:p>
            <a:r>
              <a:rPr lang="en-IN" b="1" dirty="0"/>
              <a:t>Output</a:t>
            </a:r>
          </a:p>
          <a:p>
            <a:r>
              <a:rPr lang="en-IN" dirty="0"/>
              <a:t>Resume and job descriptions are </a:t>
            </a:r>
            <a:r>
              <a:rPr lang="en-IN" dirty="0" err="1"/>
              <a:t>analyzed</a:t>
            </a:r>
            <a:r>
              <a:rPr lang="en-IN" dirty="0"/>
              <a:t> automatically to determine candidate suitability.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09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42BA-7F84-EBE5-D01C-1AE0A0D6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2" y="-173718"/>
            <a:ext cx="10515600" cy="1325563"/>
          </a:xfrm>
        </p:spPr>
        <p:txBody>
          <a:bodyPr/>
          <a:lstStyle/>
          <a:p>
            <a:r>
              <a:rPr lang="en-IN" b="1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65C0-4B0F-EBC8-C4CA-F260404AF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780595"/>
            <a:ext cx="10515600" cy="5816147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Conclusion</a:t>
            </a:r>
          </a:p>
          <a:p>
            <a:r>
              <a:rPr lang="en-IN" dirty="0"/>
              <a:t>The Resume–Job Match Scorer automates resume screening using NLP techniques.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Reduces recruiter effort</a:t>
            </a:r>
          </a:p>
          <a:p>
            <a:r>
              <a:rPr lang="en-IN" dirty="0"/>
              <a:t>Speeds up candidate evaluation</a:t>
            </a:r>
          </a:p>
          <a:p>
            <a:r>
              <a:rPr lang="en-IN" dirty="0"/>
              <a:t>Improves screening efficiency</a:t>
            </a:r>
          </a:p>
          <a:p>
            <a:r>
              <a:rPr lang="en-IN" b="1" dirty="0"/>
              <a:t>Future Scope</a:t>
            </a:r>
          </a:p>
          <a:p>
            <a:r>
              <a:rPr lang="en-IN" dirty="0"/>
              <a:t>PDF/DOCX Resume Support</a:t>
            </a:r>
          </a:p>
          <a:p>
            <a:r>
              <a:rPr lang="en-IN" dirty="0"/>
              <a:t>Web Application Integration</a:t>
            </a:r>
          </a:p>
          <a:p>
            <a:r>
              <a:rPr lang="en-IN" dirty="0"/>
              <a:t>Advanced Skill Extraction</a:t>
            </a:r>
          </a:p>
          <a:p>
            <a:r>
              <a:rPr lang="en-IN" dirty="0"/>
              <a:t>Machine Learning-based Candidate Ranking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672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207</Words>
  <Application>Microsoft Office PowerPoint</Application>
  <PresentationFormat>Widescreen</PresentationFormat>
  <Paragraphs>57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Resume–Job Match Scorer Using NLP</vt:lpstr>
      <vt:lpstr>Problem Statement</vt:lpstr>
      <vt:lpstr>Methodology</vt:lpstr>
      <vt:lpstr>Results and Output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DEVAGANI</dc:creator>
  <cp:lastModifiedBy>NIKHIL DEVAGANI</cp:lastModifiedBy>
  <cp:revision>1</cp:revision>
  <dcterms:created xsi:type="dcterms:W3CDTF">2026-06-23T06:46:15Z</dcterms:created>
  <dcterms:modified xsi:type="dcterms:W3CDTF">2026-06-23T07:11:25Z</dcterms:modified>
</cp:coreProperties>
</file>